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新员工入职引导（评测用样本）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 PPT 是 kb_eval 二进制格式题集的 pptx 语料。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培训预算与课时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每位新员工人均培训预算 2580 元。</a:t>
            </a:r>
          </a:p>
          <a:p>
            <a:r>
              <a:t>引导课时合计二十六学时，入职两周内完成。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考核与转正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引导期结束进行一次考核，未通过可补考一次。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